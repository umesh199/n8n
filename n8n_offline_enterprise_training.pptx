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n8n Offline Automation for Enterprise Infrastructure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Bare Metal / VM | No Internet | Ollama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Automation?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operations do not scale</a:t>
            </a:r>
          </a:p>
          <a:p>
            <a:r>
              <a:t>Shell scripts lack visibility</a:t>
            </a:r>
          </a:p>
          <a:p>
            <a:r>
              <a:t>Automation improves reliability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Offline Automation?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&amp; compliance</a:t>
            </a:r>
          </a:p>
          <a:p>
            <a:r>
              <a:t>No data leakage</a:t>
            </a:r>
          </a:p>
          <a:p>
            <a:r>
              <a:t>Works in air-gapped environments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n8n?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workflow automation</a:t>
            </a:r>
          </a:p>
          <a:p>
            <a:r>
              <a:t>Self-hosted and open-source</a:t>
            </a:r>
          </a:p>
          <a:p>
            <a:r>
              <a:t>Designed for complex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n8n vs Cron vs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Cron: scheduling only</a:t>
            </a:r>
          </a:p>
          <a:p>
            <a:r>
              <a:t>Scripts: hard to maintain</a:t>
            </a:r>
          </a:p>
          <a:p>
            <a:r>
              <a:t>n8n: visual, debuggable, scalable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Offline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 connects to n8n UI</a:t>
            </a:r>
          </a:p>
          <a:p>
            <a:r>
              <a:t>Workflow engine executes locally</a:t>
            </a:r>
          </a:p>
          <a:p>
            <a:r>
              <a:t>Integrates with Linux, DB,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Bare Metal / VM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Installed as system service</a:t>
            </a:r>
          </a:p>
          <a:p>
            <a:r>
              <a:t>Uses local ports</a:t>
            </a:r>
          </a:p>
          <a:p>
            <a:r>
              <a:t>No external dependencies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n8n 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Canvas-based workflow design</a:t>
            </a:r>
          </a:p>
          <a:p>
            <a:r>
              <a:t>Nodes connected visually</a:t>
            </a:r>
          </a:p>
          <a:p>
            <a:r>
              <a:t>Execution history available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Node?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task executor</a:t>
            </a:r>
          </a:p>
          <a:p>
            <a:r>
              <a:t>Input → Process → Output</a:t>
            </a:r>
          </a:p>
          <a:p>
            <a:r>
              <a:t>Reusable building block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Trigger nodes</a:t>
            </a:r>
          </a:p>
          <a:p>
            <a:r>
              <a:t>Logic nodes</a:t>
            </a:r>
          </a:p>
          <a:p>
            <a:r>
              <a:t>Action nodes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in n8n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JSON-based data exchange</a:t>
            </a:r>
          </a:p>
          <a:p>
            <a:r>
              <a:t>Each node enriches data</a:t>
            </a:r>
          </a:p>
          <a:p>
            <a:r>
              <a:t>Visible at every step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1: Hello n8n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trigger</a:t>
            </a:r>
          </a:p>
          <a:p>
            <a:r>
              <a:t>Set node</a:t>
            </a:r>
          </a:p>
          <a:p>
            <a:r>
              <a:t>Understand execution 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2: File Watcher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local directory</a:t>
            </a:r>
          </a:p>
          <a:p>
            <a:r>
              <a:t>Read file content</a:t>
            </a:r>
          </a:p>
          <a:p>
            <a:r>
              <a:t>Move to archive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3: Disk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 df command</a:t>
            </a:r>
          </a:p>
          <a:p>
            <a:r>
              <a:t>Check threshold</a:t>
            </a:r>
          </a:p>
          <a:p>
            <a:r>
              <a:t>Trigger alert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IF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Branch logic visually</a:t>
            </a:r>
          </a:p>
          <a:p>
            <a:r>
              <a:t>Green = success path</a:t>
            </a:r>
          </a:p>
          <a:p>
            <a:r>
              <a:t>Red = failure path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4: CPU &amp; Memory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 system commands</a:t>
            </a:r>
          </a:p>
          <a:p>
            <a:r>
              <a:t>Parse output</a:t>
            </a:r>
          </a:p>
          <a:p>
            <a:r>
              <a:t>Generate report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5: Log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log files</a:t>
            </a:r>
          </a:p>
          <a:p>
            <a:r>
              <a:t>Search patterns</a:t>
            </a:r>
          </a:p>
          <a:p>
            <a:r>
              <a:t>Detect issues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Ollama?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Large Language Model runtime</a:t>
            </a:r>
          </a:p>
          <a:p>
            <a:r>
              <a:t>No internet required</a:t>
            </a:r>
          </a:p>
          <a:p>
            <a:r>
              <a:t>Secure AI usage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n8n + Ollama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 Request node</a:t>
            </a:r>
          </a:p>
          <a:p>
            <a:r>
              <a:t>Send prompt to Ollama</a:t>
            </a:r>
          </a:p>
          <a:p>
            <a:r>
              <a:t>Receive AI response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6: AI Log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log file</a:t>
            </a:r>
          </a:p>
          <a:p>
            <a:r>
              <a:t>Send to Ollama</a:t>
            </a:r>
          </a:p>
          <a:p>
            <a:r>
              <a:t>Generate summary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7: Database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local database</a:t>
            </a:r>
          </a:p>
          <a:p>
            <a:r>
              <a:t>Format results</a:t>
            </a:r>
          </a:p>
          <a:p>
            <a:r>
              <a:t>Save report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8: CSV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inventory CSV</a:t>
            </a:r>
          </a:p>
          <a:p>
            <a:r>
              <a:t>Loop through rows</a:t>
            </a:r>
          </a:p>
          <a:p>
            <a:r>
              <a:t>Generate output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9: Ansible Trigger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 ansible-playbook</a:t>
            </a:r>
          </a:p>
          <a:p>
            <a:r>
              <a:t>Capture output</a:t>
            </a:r>
          </a:p>
          <a:p>
            <a:r>
              <a:t>Store logs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10: Central Alerting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Aggregate alerts</a:t>
            </a:r>
          </a:p>
          <a:p>
            <a:r>
              <a:t>Apply logic</a:t>
            </a:r>
          </a:p>
          <a:p>
            <a:r>
              <a:t>Notify internally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in n8n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 workflows</a:t>
            </a:r>
          </a:p>
          <a:p>
            <a:r>
              <a:t>Retry mechanisms</a:t>
            </a:r>
          </a:p>
          <a:p>
            <a:r>
              <a:t>Graceful failure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Proper naming conventions</a:t>
            </a:r>
          </a:p>
          <a:p>
            <a:r>
              <a:t>Use folders</a:t>
            </a:r>
          </a:p>
          <a:p>
            <a:r>
              <a:t>Backup workflows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Execution history</a:t>
            </a:r>
          </a:p>
          <a:p>
            <a:r>
              <a:t>Failure analysis</a:t>
            </a:r>
          </a:p>
          <a:p>
            <a:r>
              <a:t>Operational visibility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Enterprise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 monitoring</a:t>
            </a:r>
          </a:p>
          <a:p>
            <a:r>
              <a:t>AI-assisted operations</a:t>
            </a:r>
          </a:p>
          <a:p>
            <a:r>
              <a:t>Compliance automation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practical labs</a:t>
            </a:r>
          </a:p>
          <a:p>
            <a:r>
              <a:t>Step-by-step guidance</a:t>
            </a:r>
          </a:p>
          <a:p>
            <a:r>
              <a:t>Offline datasets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n8n fundamentals</a:t>
            </a:r>
          </a:p>
          <a:p>
            <a:r>
              <a:t>Offline automation design</a:t>
            </a:r>
          </a:p>
          <a:p>
            <a:r>
              <a:t>AI integration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workflows</a:t>
            </a:r>
          </a:p>
          <a:p>
            <a:r>
              <a:t>RAG pipelines</a:t>
            </a:r>
          </a:p>
          <a:p>
            <a:r>
              <a:t>Event-driven automation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